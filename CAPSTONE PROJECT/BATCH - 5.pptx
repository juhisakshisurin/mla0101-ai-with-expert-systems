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20CF26-A4BF-47BD-AF1B-A1EB5DE9446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7DC83E-0C9C-4D87-BDCD-1BF1B9A424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277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 everyone.</a:t>
            </a:r>
          </a:p>
          <a:p>
            <a:r>
              <a:rPr lang="en-US" dirty="0"/>
              <a:t>Today we are going to present our project titled </a:t>
            </a:r>
            <a:r>
              <a:rPr lang="en-US" b="1" dirty="0"/>
              <a:t>AI-Enhanced Voice Recognition System for Arduino LED Control</a:t>
            </a:r>
            <a:r>
              <a:rPr lang="en-US" dirty="0"/>
              <a:t>.</a:t>
            </a:r>
          </a:p>
          <a:p>
            <a:r>
              <a:rPr lang="en-US" dirty="0"/>
              <a:t>This project combines </a:t>
            </a:r>
            <a:r>
              <a:rPr lang="en-US" b="1" dirty="0"/>
              <a:t>Artificial Intelligence, voice recognition, Bluetooth and Arduino</a:t>
            </a:r>
            <a:r>
              <a:rPr lang="en-US" dirty="0"/>
              <a:t> to control LEDs using voice </a:t>
            </a:r>
            <a:r>
              <a:rPr lang="en-US"/>
              <a:t>commands.</a:t>
            </a:r>
          </a:p>
          <a:p>
            <a:r>
              <a:rPr lang="en-US"/>
              <a:t> </a:t>
            </a:r>
            <a:r>
              <a:rPr lang="en-US" dirty="0"/>
              <a:t>Voice-controlled technology is becoming increasingly useful in smart home automation.</a:t>
            </a:r>
          </a:p>
          <a:p>
            <a:r>
              <a:rPr lang="en-US" dirty="0"/>
              <a:t>Our project combines </a:t>
            </a:r>
            <a:r>
              <a:rPr lang="en-US" b="1" dirty="0"/>
              <a:t>AI voice recognition with Arduino Uno</a:t>
            </a:r>
            <a:r>
              <a:rPr lang="en-US" dirty="0"/>
              <a:t>.</a:t>
            </a:r>
          </a:p>
          <a:p>
            <a:r>
              <a:rPr lang="en-US" dirty="0"/>
              <a:t>The user gives a voice command through a microphone or smartphone.</a:t>
            </a:r>
          </a:p>
          <a:p>
            <a:r>
              <a:rPr lang="en-US" dirty="0"/>
              <a:t>The AI system recognizes the command and sends it to Arduino through Bluetooth.</a:t>
            </a:r>
          </a:p>
          <a:p>
            <a:r>
              <a:rPr lang="en-US" dirty="0"/>
              <a:t>Based on the command, Arduino controls the </a:t>
            </a:r>
            <a:r>
              <a:rPr lang="en-US" b="1" dirty="0"/>
              <a:t>Red, Green and Blue LEDs</a:t>
            </a:r>
            <a:r>
              <a:rPr lang="en-US" dirty="0"/>
              <a:t>.</a:t>
            </a:r>
          </a:p>
          <a:p>
            <a:r>
              <a:rPr lang="en-US" dirty="0"/>
              <a:t>So basically, we can control the LEDs without manually pressing a switch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7DC83E-0C9C-4D87-BDCD-1BF1B9A4245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386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30F92-0768-42EA-88E5-4160525CE20F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B6A6-B263-44AA-AC28-7CCDE3A6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130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30F92-0768-42EA-88E5-4160525CE20F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B6A6-B263-44AA-AC28-7CCDE3A6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190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30F92-0768-42EA-88E5-4160525CE20F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B6A6-B263-44AA-AC28-7CCDE3A6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35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30F92-0768-42EA-88E5-4160525CE20F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B6A6-B263-44AA-AC28-7CCDE3A6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257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30F92-0768-42EA-88E5-4160525CE20F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B6A6-B263-44AA-AC28-7CCDE3A6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736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30F92-0768-42EA-88E5-4160525CE20F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B6A6-B263-44AA-AC28-7CCDE3A6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351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30F92-0768-42EA-88E5-4160525CE20F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B6A6-B263-44AA-AC28-7CCDE3A6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446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30F92-0768-42EA-88E5-4160525CE20F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B6A6-B263-44AA-AC28-7CCDE3A6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751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30F92-0768-42EA-88E5-4160525CE20F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B6A6-B263-44AA-AC28-7CCDE3A6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074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30F92-0768-42EA-88E5-4160525CE20F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B6A6-B263-44AA-AC28-7CCDE3A6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075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30F92-0768-42EA-88E5-4160525CE20F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B6A6-B263-44AA-AC28-7CCDE3A6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192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230F92-0768-42EA-88E5-4160525CE20F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4BB6A6-B263-44AA-AC28-7CCDE3A6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432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g"/><Relationship Id="rId5" Type="http://schemas.openxmlformats.org/officeDocument/2006/relationships/image" Target="../media/image7.jpeg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5F974F2-E1D1-38BB-8137-084ADF3DF40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74576" y="1879600"/>
            <a:ext cx="10642849" cy="154940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ctr"/>
            <a:r>
              <a:rPr lang="en-US" sz="3733" b="1" dirty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AI-Enhanced Voice Recognition System for Arduino LED Control</a:t>
            </a:r>
            <a:br>
              <a:rPr lang="en-US" sz="3733" b="1" dirty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</a:br>
            <a:endParaRPr lang="en-IN" sz="3733" dirty="0">
              <a:solidFill>
                <a:srgbClr val="000000"/>
              </a:solidFill>
            </a:endParaRPr>
          </a:p>
        </p:txBody>
      </p:sp>
      <p:sp>
        <p:nvSpPr>
          <p:cNvPr id="4" name="Text Box 1">
            <a:extLst>
              <a:ext uri="{FF2B5EF4-FFF2-40B4-BE49-F238E27FC236}">
                <a16:creationId xmlns:a16="http://schemas.microsoft.com/office/drawing/2014/main" id="{E5479D83-4D7A-BAE7-EF74-DF0E308F3EB2}"/>
              </a:ext>
            </a:extLst>
          </p:cNvPr>
          <p:cNvSpPr txBox="1"/>
          <p:nvPr/>
        </p:nvSpPr>
        <p:spPr>
          <a:xfrm>
            <a:off x="654040" y="3866984"/>
            <a:ext cx="6260253" cy="278553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86821" lvl="1">
              <a:spcBef>
                <a:spcPts val="733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Supervisor</a:t>
            </a:r>
          </a:p>
          <a:p>
            <a:pPr marL="486821" lvl="1">
              <a:spcBef>
                <a:spcPts val="733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Dr. P. Subramanian</a:t>
            </a:r>
          </a:p>
          <a:p>
            <a:pPr marL="486821" lvl="1">
              <a:spcBef>
                <a:spcPts val="733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Dept. of CSE		</a:t>
            </a: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BD4815AB-2E5B-7384-70EB-40F830598782}"/>
              </a:ext>
            </a:extLst>
          </p:cNvPr>
          <p:cNvSpPr txBox="1"/>
          <p:nvPr/>
        </p:nvSpPr>
        <p:spPr>
          <a:xfrm>
            <a:off x="6914294" y="3866985"/>
            <a:ext cx="6260253" cy="26771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86821" lvl="1">
              <a:spcBef>
                <a:spcPts val="733"/>
              </a:spcBef>
            </a:pPr>
            <a:r>
              <a:rPr lang="en-IN" sz="2400" b="1" dirty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Mokshitha Kilari(192525413)</a:t>
            </a:r>
          </a:p>
          <a:p>
            <a:pPr marL="486821" lvl="1">
              <a:spcBef>
                <a:spcPts val="733"/>
              </a:spcBef>
            </a:pPr>
            <a:r>
              <a:rPr lang="en-IN" sz="2400" b="1" dirty="0" err="1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Chandana</a:t>
            </a:r>
            <a:r>
              <a:rPr lang="en-IN" sz="2400" b="1" dirty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 K(192525363)</a:t>
            </a:r>
          </a:p>
          <a:p>
            <a:pPr marL="486821" lvl="1">
              <a:spcBef>
                <a:spcPts val="733"/>
              </a:spcBef>
            </a:pPr>
            <a:r>
              <a:rPr lang="en-IN" sz="2400" b="1" dirty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Juhi Surin(192525148)</a:t>
            </a:r>
            <a:endParaRPr lang="en-US" sz="2400" b="1" dirty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pic>
        <p:nvPicPr>
          <p:cNvPr id="2" name="Google Shape;100;p13" descr="SSE-Computer Science and Engineering">
            <a:extLst>
              <a:ext uri="{FF2B5EF4-FFF2-40B4-BE49-F238E27FC236}">
                <a16:creationId xmlns:a16="http://schemas.microsoft.com/office/drawing/2014/main" id="{B24FA9A4-F965-F98E-1F30-5CF56C5113CD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549175" y="244142"/>
            <a:ext cx="9161707" cy="124360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A55551-52D3-E885-C266-52E80A8C743A}"/>
              </a:ext>
            </a:extLst>
          </p:cNvPr>
          <p:cNvSpPr txBox="1"/>
          <p:nvPr/>
        </p:nvSpPr>
        <p:spPr>
          <a:xfrm>
            <a:off x="1563815" y="3125779"/>
            <a:ext cx="8930564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67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MLA0101- Artificial intelligence And Expert Systems </a:t>
            </a:r>
            <a:endParaRPr lang="en-US" sz="2667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986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38480" y="1599292"/>
            <a:ext cx="10815320" cy="4539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TVoice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-controlled technology is becoming increasingly useful in smart home automation.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his project combines AI voice recognition with Arduino Uno.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user speaks a command through a microphone or smartphone.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AI system recognizes the command.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command is transmitted to Arduino through Bluetooth.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Arduino controls the Red, Green and Blue LEDs based on the command. </a:t>
            </a:r>
          </a:p>
        </p:txBody>
      </p:sp>
    </p:spTree>
    <p:extLst>
      <p:ext uri="{BB962C8B-B14F-4D97-AF65-F5344CB8AC3E}">
        <p14:creationId xmlns:p14="http://schemas.microsoft.com/office/powerpoint/2010/main" val="2248584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739140" y="986631"/>
            <a:ext cx="10713720" cy="5185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LED systems require manual switches for operation.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control is inconvenient for some users.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systems do not provide intelligent voice interaction.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simple and affordable voice-controlled automation system.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 AI-based voice recognition to control LEDs through spoken commands. </a:t>
            </a:r>
          </a:p>
        </p:txBody>
      </p:sp>
    </p:spTree>
    <p:extLst>
      <p:ext uri="{BB962C8B-B14F-4D97-AF65-F5344CB8AC3E}">
        <p14:creationId xmlns:p14="http://schemas.microsoft.com/office/powerpoint/2010/main" val="3610193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76280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voice-controlled LED system using AI.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recognize spoken commands accurately.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transmit commands wirelessly to Arduino.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control LEDs in real time.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hands-free and user-friendly system.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low-cost solution that can be extended to other smart devices. </a:t>
            </a:r>
          </a:p>
        </p:txBody>
      </p:sp>
    </p:spTree>
    <p:extLst>
      <p:ext uri="{BB962C8B-B14F-4D97-AF65-F5344CB8AC3E}">
        <p14:creationId xmlns:p14="http://schemas.microsoft.com/office/powerpoint/2010/main" val="1548218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E036896-CD9D-C16F-5BD4-89B2ED53FF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28" y="0"/>
            <a:ext cx="119913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152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245B5-DFD5-C670-EBAE-D39E25EB054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081241" y="209174"/>
            <a:ext cx="4785783" cy="1098549"/>
          </a:xfrm>
          <a:prstGeom prst="rect">
            <a:avLst/>
          </a:prstGeom>
        </p:spPr>
        <p:txBody>
          <a:bodyPr/>
          <a:lstStyle/>
          <a:p>
            <a:r>
              <a:rPr lang="en-IN" sz="4267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C819A9-6660-488B-035D-946CFD89C6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8801753" y="3811053"/>
            <a:ext cx="2184263" cy="21842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1A258F-6AF9-B854-2746-9C5363E2BD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609" y="3874483"/>
            <a:ext cx="2743200" cy="2057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026D24-4B9B-7286-35B5-5C57269356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986" y="3839081"/>
            <a:ext cx="2407741" cy="21716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BBAAD0C-ACF4-B09D-0ADB-7DC6295DAAE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2433" y="1041718"/>
            <a:ext cx="2083583" cy="20835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C8A8139-ECD1-BBEB-6E29-359BC5D4B65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230" y="1060231"/>
            <a:ext cx="2083583" cy="21322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DF88848-AC40-21F0-D59E-D1AEF6C0F4E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028" y="1041720"/>
            <a:ext cx="2083581" cy="208358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9D2894C-1C29-F7BC-E9FC-2A556C6A75DE}"/>
              </a:ext>
            </a:extLst>
          </p:cNvPr>
          <p:cNvSpPr txBox="1"/>
          <p:nvPr/>
        </p:nvSpPr>
        <p:spPr>
          <a:xfrm>
            <a:off x="1442028" y="3125302"/>
            <a:ext cx="2290851" cy="420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133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Uno R3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79A6BE-9027-431D-C350-891D8A7EA171}"/>
              </a:ext>
            </a:extLst>
          </p:cNvPr>
          <p:cNvSpPr txBox="1"/>
          <p:nvPr/>
        </p:nvSpPr>
        <p:spPr>
          <a:xfrm>
            <a:off x="4808661" y="3192448"/>
            <a:ext cx="3523672" cy="420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133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Led( Red green blue ) 1pc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14A6C8-08F5-3408-4823-837F93E9DF3A}"/>
              </a:ext>
            </a:extLst>
          </p:cNvPr>
          <p:cNvSpPr txBox="1"/>
          <p:nvPr/>
        </p:nvSpPr>
        <p:spPr>
          <a:xfrm>
            <a:off x="8668331" y="3192449"/>
            <a:ext cx="3024907" cy="420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133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Resistor 220ohm-3pcs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AAAAB8-77A3-B6E6-FB49-1563BFE09851}"/>
              </a:ext>
            </a:extLst>
          </p:cNvPr>
          <p:cNvSpPr txBox="1"/>
          <p:nvPr/>
        </p:nvSpPr>
        <p:spPr>
          <a:xfrm>
            <a:off x="1442028" y="5969743"/>
            <a:ext cx="20835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Breadboard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BCD174-D30C-CE98-18FB-6A77234D5D1D}"/>
              </a:ext>
            </a:extLst>
          </p:cNvPr>
          <p:cNvSpPr txBox="1"/>
          <p:nvPr/>
        </p:nvSpPr>
        <p:spPr>
          <a:xfrm>
            <a:off x="5332913" y="5921161"/>
            <a:ext cx="1920593" cy="420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133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Jumper wire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F66E57-4D29-FE3C-1C54-BAD35C162FA4}"/>
              </a:ext>
            </a:extLst>
          </p:cNvPr>
          <p:cNvSpPr txBox="1"/>
          <p:nvPr/>
        </p:nvSpPr>
        <p:spPr>
          <a:xfrm>
            <a:off x="8332333" y="6010780"/>
            <a:ext cx="9245600" cy="420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133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Bluetooth module HC-05</a:t>
            </a:r>
          </a:p>
        </p:txBody>
      </p:sp>
    </p:spTree>
    <p:extLst>
      <p:ext uri="{BB962C8B-B14F-4D97-AF65-F5344CB8AC3E}">
        <p14:creationId xmlns:p14="http://schemas.microsoft.com/office/powerpoint/2010/main" val="295541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016608"/>
              </p:ext>
            </p:extLst>
          </p:nvPr>
        </p:nvGraphicFramePr>
        <p:xfrm>
          <a:off x="909320" y="2406174"/>
          <a:ext cx="10515600" cy="21945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6590571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0998067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Voice 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Arduino 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3330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Turn ON LED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LED 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3717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Turn OFF LED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LED OFF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4595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Red LED 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 LED 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2197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Green LED 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Green LED 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1916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Blue LED 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Blue LED 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52702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4991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22172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VOICE RECOGNITION &amp; AI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human speech into a recognizable command.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speaks a voice command.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Microphone/smartphone captures the voice.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recognition processes the input.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identifies the intended command.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recognized command is prepared for transmission.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“Turn ON LED” → AI recognizes LED_ON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9719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WIRELESS COMMAND TRANSMISSION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the recognized command from the AI system to Arduino.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generates the recognized command.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command is sent to the Bluetooth HC-05 module.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HC-05 transmits the command wirelessly.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receives the command through its communication interface.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Smartphone / PC →  Bluetooth HC-05 → Arduino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646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ARDUINO LED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the received command and control the LEDs.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receives the Bluetooth command.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command is compared with predefined actions.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activates the required GPIO pin.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corresponding LED turns ON/OFF.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 is displayed through the LED.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LED_ON → Arduino → GPIO HIGH →  LED 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087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0A1D7D-8179-ED2F-86BD-0951E410EDC5}"/>
              </a:ext>
            </a:extLst>
          </p:cNvPr>
          <p:cNvSpPr txBox="1"/>
          <p:nvPr/>
        </p:nvSpPr>
        <p:spPr>
          <a:xfrm>
            <a:off x="436859" y="1607231"/>
            <a:ext cx="751653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 Control: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Arduino-connected LED operated through voice commands.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Accurate Recognition: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Commands like </a:t>
            </a:r>
            <a:r>
              <a:rPr lang="en-US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“turn on”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“turn off”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detected correctly.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 Response: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Minimal delay in execution.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Quiet Environment: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High reliability and quick response.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Noise: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Moderate noise slightly reduced accuracy.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Outcome: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AI integration improved efficiency and user-friendliness of voice-based hardware control.</a:t>
            </a:r>
            <a:b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6CF784-9FA7-8A37-7796-EC9078AB64B3}"/>
              </a:ext>
            </a:extLst>
          </p:cNvPr>
          <p:cNvSpPr txBox="1"/>
          <p:nvPr/>
        </p:nvSpPr>
        <p:spPr>
          <a:xfrm>
            <a:off x="574098" y="429967"/>
            <a:ext cx="9239075" cy="748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2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90A70C-9F4E-58D6-CD0E-F1F5071586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7205" y="1911226"/>
            <a:ext cx="4391937" cy="391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427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PlaceHolder 1"/>
          <p:cNvSpPr>
            <a:spLocks noGrp="1"/>
          </p:cNvSpPr>
          <p:nvPr>
            <p:ph type="title" idx="4294967295"/>
          </p:nvPr>
        </p:nvSpPr>
        <p:spPr>
          <a:xfrm>
            <a:off x="3205911" y="343599"/>
            <a:ext cx="6311900" cy="1092200"/>
          </a:xfrm>
          <a:prstGeom prst="rect">
            <a:avLst/>
          </a:prstGeom>
          <a:noFill/>
          <a:ln w="0">
            <a:noFill/>
          </a:ln>
        </p:spPr>
        <p:txBody>
          <a:bodyPr vert="horz" lIns="121920" tIns="121920" rIns="121920" bIns="121920" rtlCol="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4267" b="1" dirty="0">
                <a:solidFill>
                  <a:schemeClr val="lt1"/>
                </a:solidFill>
                <a:latin typeface="Times New Roman" panose="02020603050405020304" pitchFamily="18" charset="0"/>
                <a:ea typeface="Sora"/>
                <a:cs typeface="Times New Roman" panose="02020603050405020304" pitchFamily="18" charset="0"/>
              </a:rPr>
              <a:t>CONCLUSIONS</a:t>
            </a:r>
            <a:endParaRPr lang="fr-FR" sz="4267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6CF199-4F53-6460-6A8F-4CCFC458FB61}"/>
              </a:ext>
            </a:extLst>
          </p:cNvPr>
          <p:cNvSpPr txBox="1"/>
          <p:nvPr/>
        </p:nvSpPr>
        <p:spPr>
          <a:xfrm>
            <a:off x="227254" y="1759348"/>
            <a:ext cx="7416581" cy="4483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AI-Enhanced Voice Recognition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enables real-time device control using speech.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Uno + Bluetooth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integration provides a simple and effective setup.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Hands-free, fast, and convenient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operation of LED lights.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Eliminates the 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for physical switches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Suitable for 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homes, automation projects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 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mobility assistance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an 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affordable and practical path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to home automation</a:t>
            </a:r>
          </a:p>
          <a:p>
            <a:pPr marL="380990" indent="-380990" algn="just">
              <a:buFont typeface="Arial" panose="020B0604020202020204" pitchFamily="34" charset="0"/>
              <a:buChar char="•"/>
            </a:pPr>
            <a:endParaRPr lang="en-IN" sz="2133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7066EE-0981-E6F4-58A5-4FE067DD09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4025" y="1879609"/>
            <a:ext cx="4120724" cy="382212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7360" y="538480"/>
            <a:ext cx="69392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557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46761" y="1457271"/>
            <a:ext cx="1038860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lvl="0" indent="-5143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Patel, Parth, Nikhil Gupta, and Sachin Gajjar. "Real time voice recognition system using tiny ml on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nano 33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." 2025 IEEE International Symposium on Smart Electronic Systems (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IEEE, 2025.</a:t>
            </a:r>
          </a:p>
          <a:p>
            <a:pPr marL="514350" lvl="0" indent="-5143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Rahaman, T. U., Dutta, K., &amp; Kar, S. (2026, April). AI-Powered Offline Home Automation Framework Using Arduino and Local Voice Recognition. In 2026 International Conference on Emerging Research in Smart Electronics and Machine Informatics (ECMI) (pp. 1-10). IEEE.</a:t>
            </a:r>
          </a:p>
          <a:p>
            <a:pPr marL="514350" lvl="0" indent="-5143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Ramya, R. S. (2026). AI-Assisted Voice Controlled Prosthetic Arm using High-Performance Embedded Microcontroller. International Journal of Engineering &amp; Extended Technologies Research (IJEETR), 8(2), 3587-3593.</a:t>
            </a:r>
          </a:p>
          <a:p>
            <a:pPr marL="514350" lvl="0" indent="-5143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Hariri, M. (2025). LED Control System Using Arduino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Wemos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D1 R1 Based on Web Server Communication Via Internet of Things (IoT). Formosa Journal of Science and Technology.</a:t>
            </a:r>
          </a:p>
          <a:p>
            <a:pPr marL="514350" lvl="0" indent="-5143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Patel, P., Gupta, N., &amp; Gajjar, S. (2024, December). Real time voice recognition system using tiny ml on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nano 33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 2024 IEEE International Symposium on Smart Electronic Systems (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(pp. 385-388). IEEE.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097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5AD4B-39AA-33DA-34F9-8A71497FC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5DF6452-F3F6-F836-9B5F-06ABEEE9E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617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929</Words>
  <Application>Microsoft Office PowerPoint</Application>
  <PresentationFormat>Widescreen</PresentationFormat>
  <Paragraphs>110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AI-Enhanced Voice Recognition System for Arduino LED Control </vt:lpstr>
      <vt:lpstr>INTRODUCTION</vt:lpstr>
      <vt:lpstr>PROBLEM STATEMENT</vt:lpstr>
      <vt:lpstr>OBJECTIVES</vt:lpstr>
      <vt:lpstr>SYSTEM ARCHITECTURE</vt:lpstr>
      <vt:lpstr>COMPONENTS</vt:lpstr>
      <vt:lpstr>DATASET</vt:lpstr>
      <vt:lpstr>MODULE 1: VOICE RECOGNITION &amp; AI PROCESSING</vt:lpstr>
      <vt:lpstr>MODULE 2: WIRELESS COMMAND TRANSMISSION</vt:lpstr>
      <vt:lpstr>MODULE 3: ARDUINO LED CONTROL</vt:lpstr>
      <vt:lpstr>PowerPoint Presentation</vt:lpstr>
      <vt:lpstr>CONCLUSIONS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Sakshi</dc:creator>
  <cp:lastModifiedBy>Juhi Surin</cp:lastModifiedBy>
  <cp:revision>1</cp:revision>
  <dcterms:modified xsi:type="dcterms:W3CDTF">2026-08-16T18:03:42Z</dcterms:modified>
</cp:coreProperties>
</file>